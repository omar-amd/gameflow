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GameFlow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Behavior-Driven Game Recommendation System</a:t>
            </a:r>
          </a:p>
          <a:p/>
          <a:p>
            <a:r>
              <a:t>Préparé par : Akby Anass &amp; Omar Amdouni</a:t>
            </a:r>
          </a:p>
          <a:p>
            <a:r>
              <a:t>EHTP - MIG (2025-2026)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Contexte &amp;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défi de la plateforme Steam : plus de 50 000 jeux vidéo disponibles.</a:t>
            </a:r>
          </a:p>
          <a:p>
            <a:pPr/>
            <a:r>
              <a:t>Limites des systèmes classiques :</a:t>
            </a:r>
          </a:p>
          <a:p>
            <a:pPr lvl="1"/>
            <a:r>
              <a:t>- Se basent souvent uniquement sur les tags (RPG, Action).</a:t>
            </a:r>
          </a:p>
          <a:p>
            <a:pPr lvl="1"/>
            <a:r>
              <a:t>- Incapables de différencier deux joueurs de RPG (un complétionniste vs un explorateur).</a:t>
            </a:r>
          </a:p>
          <a:p>
            <a:pPr/>
            <a:r>
              <a:t>Notre objectif :</a:t>
            </a:r>
          </a:p>
          <a:p>
            <a:pPr lvl="1"/>
            <a:r>
              <a:t>- Créer un moteur de recommandation basé sur le comportement réel (temps de jeu).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Données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données : Dataset Steam-200k (Interactions) &amp; Steam Metadata (Genres).</a:t>
            </a:r>
          </a:p>
          <a:p>
            <a:pPr/>
            <a:r>
              <a:t>Le temps de jeu comme proxy comportemental fort.</a:t>
            </a:r>
          </a:p>
          <a:p>
            <a:pPr/>
            <a:r>
              <a:t>Création de métriques sur-mesure :</a:t>
            </a:r>
          </a:p>
          <a:p>
            <a:pPr lvl="1"/>
            <a:r>
              <a:t>- Session Intensity (Temps de jeu / Médiane)</a:t>
            </a:r>
          </a:p>
          <a:p>
            <a:pPr lvl="1"/>
            <a:r>
              <a:t>- Completion Ratio</a:t>
            </a:r>
          </a:p>
          <a:p>
            <a:pPr lvl="1"/>
            <a:r>
              <a:t>- Competitive Index</a:t>
            </a:r>
          </a:p>
          <a:p>
            <a:pPr lvl="1"/>
            <a:r>
              <a:t>- Abandonment Rate (Taux d'abandon avant 1 heure)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Le Profilage : Clustering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de PCA et K-Means sur les métriques comportementales.</a:t>
            </a:r>
          </a:p>
          <a:p>
            <a:pPr/>
            <a:r>
              <a:t>Extraction de 5 Personas clés :</a:t>
            </a:r>
          </a:p>
          <a:p>
            <a:pPr/>
            <a:r>
              <a:t>1. Compétiteur Hardcore (47% - Multijoueur intense)</a:t>
            </a:r>
          </a:p>
          <a:p>
            <a:pPr/>
            <a:r>
              <a:t>2. Collectionneur Versatile (19.5% - Touche à tout)</a:t>
            </a:r>
          </a:p>
          <a:p>
            <a:pPr/>
            <a:r>
              <a:t>3. Zappeur Curieux (17% - Abandon rapide)</a:t>
            </a:r>
          </a:p>
          <a:p>
            <a:pPr/>
            <a:r>
              <a:t>4. Marathonien Passionné (8.5% - Sessions très longues)</a:t>
            </a:r>
          </a:p>
          <a:p>
            <a:pPr/>
            <a:r>
              <a:t>5. Explorateur Narratif (8% - Focus sur l'histoire)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Le Moteur de Recommandation Hybride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Filtrage Collaboratif (SVD) :</a:t>
            </a:r>
          </a:p>
          <a:p>
            <a:pPr lvl="1"/>
            <a:r>
              <a:t>- Factorisation de la matrice Joueur-Jeu (TruncatedSVD).</a:t>
            </a:r>
          </a:p>
          <a:p>
            <a:pPr lvl="1"/>
            <a:r>
              <a:t>- Identification des goûts latents.</a:t>
            </a:r>
          </a:p>
          <a:p>
            <a:pPr/>
            <a:r>
              <a:t>Filtrage Basé sur le Contenu (TF-IDF) :</a:t>
            </a:r>
          </a:p>
          <a:p>
            <a:pPr lvl="1"/>
            <a:r>
              <a:t>- Similarité cosinus sur les genres des jeux.</a:t>
            </a:r>
          </a:p>
          <a:p>
            <a:pPr/>
            <a:r>
              <a:t>La fusion (Hybride) :</a:t>
            </a:r>
          </a:p>
          <a:p>
            <a:pPr lvl="1"/>
            <a:r>
              <a:t>- Score = α * SVD + (1-α) * TF-IDF</a:t>
            </a:r>
          </a:p>
          <a:p>
            <a:pPr lvl="1"/>
            <a:r>
              <a:t>- Permet de résoudre le problème du démarrage à froid (Cold Start).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Application Full-Stack &amp; Explainable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moderne : Base SQLite + API FastAPI + Frontend React/Vite.</a:t>
            </a:r>
          </a:p>
          <a:p>
            <a:pPr/>
            <a:r>
              <a:t>Solveur de 'Cold Start' innovant :</a:t>
            </a:r>
          </a:p>
          <a:p>
            <a:pPr lvl="1"/>
            <a:r>
              <a:t>- Déduction de la Persona via un questionnaire initial.</a:t>
            </a:r>
          </a:p>
          <a:p>
            <a:pPr/>
            <a:r>
              <a:t>L'IA Explicable (Explainable AI) :</a:t>
            </a:r>
          </a:p>
          <a:p>
            <a:pPr lvl="1"/>
            <a:r>
              <a:t>- Justification claire de chaque recommandation.</a:t>
            </a:r>
          </a:p>
          <a:p>
            <a:pPr/>
            <a:r>
              <a:t>- Exemple : 'Score Collaboratif 85% - Score Contenu 15%'.</a:t>
            </a:r>
          </a:p>
          <a:p>
            <a:pPr/>
            <a:r>
              <a:t>Dashboard Analytique Administrateur (Recharts).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comportement (temps de jeu) est plus riche que le simple genre.</a:t>
            </a:r>
          </a:p>
          <a:p>
            <a:pPr/>
            <a:r>
              <a:t>Dépassement du cahier des charges initial :</a:t>
            </a:r>
          </a:p>
          <a:p>
            <a:pPr lvl="1"/>
            <a:r>
              <a:t>- Produit final déployable (FastAPI + React).</a:t>
            </a:r>
          </a:p>
          <a:p>
            <a:pPr lvl="1"/>
            <a:r>
              <a:t>- Tableaux de bord télémétriques.</a:t>
            </a:r>
          </a:p>
          <a:p>
            <a:pPr/>
            <a:r>
              <a:t>Perspectives :</a:t>
            </a:r>
          </a:p>
          <a:p>
            <a:pPr lvl="1"/>
            <a:r>
              <a:t>- Deep Learning (RNN) pour l'ordre chronologique des jeux.</a:t>
            </a:r>
          </a:p>
          <a:p>
            <a:pPr lvl="1"/>
            <a:r>
              <a:t>- Déploiement Cloud via Docker.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